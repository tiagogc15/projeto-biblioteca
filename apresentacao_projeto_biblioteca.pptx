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Biblioteca com Django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Desenvolvimento completo do sistema de biblioteca utilizando Django, Bootstrap e Railway.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Gerenciar livros</a:t>
            </a:r>
          </a:p>
          <a:p>
            <a:r>
              <a:t>- Realizar empréstimos e reservas</a:t>
            </a:r>
          </a:p>
          <a:p>
            <a:r>
              <a:t>- Controle de usuários</a:t>
            </a:r>
          </a:p>
          <a:p>
            <a:r>
              <a:t>- Dashboard com estatísticas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</a:t>
            </a:r>
          </a:p>
          <a:p>
            <a:r>
              <a:t>- Django</a:t>
            </a:r>
          </a:p>
          <a:p>
            <a:r>
              <a:t>- HTML5</a:t>
            </a:r>
          </a:p>
          <a:p>
            <a:r>
              <a:t>- CSS3</a:t>
            </a:r>
          </a:p>
          <a:p>
            <a:r>
              <a:t>- Bootstrap 5</a:t>
            </a:r>
          </a:p>
          <a:p>
            <a:r>
              <a:t>- SQLite</a:t>
            </a:r>
          </a:p>
          <a:p>
            <a:r>
              <a:t>- Railway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Instalação do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Download do Python</a:t>
            </a:r>
          </a:p>
          <a:p>
            <a:r>
              <a:t>2. Instalação na máquina</a:t>
            </a:r>
          </a:p>
          <a:p>
            <a:r>
              <a:t>3. Configuração do PATH</a:t>
            </a:r>
          </a:p>
          <a:p>
            <a:r>
              <a:t>4. Teste no terminal com python --version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Criação do Ambiente Virtual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Comandos utilizados:</a:t>
            </a:r>
          </a:p>
          <a:p/>
          <a:p>
            <a:r>
              <a:t>python -m venv venv</a:t>
            </a:r>
          </a:p>
          <a:p>
            <a:r>
              <a:t>venv\Scripts\activate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Instalação do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Comandos utilizados:</a:t>
            </a:r>
          </a:p>
          <a:p/>
          <a:p>
            <a:r>
              <a:t>pip install django</a:t>
            </a:r>
          </a:p>
          <a:p>
            <a:r>
              <a:t>pip freeze &gt; requirements.txt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Criação do Projeto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Comandos utilizados:</a:t>
            </a:r>
          </a:p>
          <a:p/>
          <a:p>
            <a:r>
              <a:t>django-admin startproject projeto_biblioteca</a:t>
            </a:r>
          </a:p>
          <a:p>
            <a:r>
              <a:t>python manage.py startapp 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templates/</a:t>
            </a:r>
          </a:p>
          <a:p>
            <a:r>
              <a:t>- static/</a:t>
            </a:r>
          </a:p>
          <a:p>
            <a:r>
              <a:t>- views.py</a:t>
            </a:r>
          </a:p>
          <a:p>
            <a:r>
              <a:t>- models.py</a:t>
            </a:r>
          </a:p>
          <a:p>
            <a:r>
              <a:t>- urls.py</a:t>
            </a:r>
          </a:p>
          <a:p>
            <a:r>
              <a:t>- settings.py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Utilização do SQLite</a:t>
            </a:r>
          </a:p>
          <a:p>
            <a:r>
              <a:t>- Criação das migrations</a:t>
            </a:r>
          </a:p>
          <a:p/>
          <a:p>
            <a:r>
              <a:t>Comandos:</a:t>
            </a:r>
          </a:p>
          <a:p>
            <a:r>
              <a:t>python manage.py makemigrations</a:t>
            </a:r>
          </a:p>
          <a:p>
            <a:r>
              <a:t>python manage.py migrate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Livro</a:t>
            </a:r>
          </a:p>
          <a:p>
            <a:r>
              <a:t>- Empréstimo</a:t>
            </a:r>
          </a:p>
          <a:p>
            <a:r>
              <a:t>- Usuários</a:t>
            </a:r>
          </a:p>
          <a:p>
            <a:r>
              <a:t>- Controle de quantidade disponível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Templates HTML</a:t>
            </a:r>
          </a:p>
          <a:p>
            <a:r>
              <a:t>- CSS personalizado</a:t>
            </a:r>
          </a:p>
          <a:p>
            <a:r>
              <a:t>- Bootstrap</a:t>
            </a:r>
          </a:p>
          <a:p>
            <a:r>
              <a:t>- Sidebar</a:t>
            </a:r>
          </a:p>
          <a:p>
            <a:r>
              <a:t>- Tema escuro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Cadastro de livros</a:t>
            </a:r>
          </a:p>
          <a:p>
            <a:r>
              <a:t>- Edição e exclusão</a:t>
            </a:r>
          </a:p>
          <a:p>
            <a:r>
              <a:t>- Reservas</a:t>
            </a:r>
          </a:p>
          <a:p>
            <a:r>
              <a:t>- Controle de empréstimos</a:t>
            </a:r>
          </a:p>
          <a:p>
            <a:r>
              <a:t>-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 Escuro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Implementado com JavaScript</a:t>
            </a:r>
          </a:p>
          <a:p>
            <a:r>
              <a:t>- Utilização do localStorage</a:t>
            </a:r>
          </a:p>
          <a:p>
            <a:r>
              <a:t>- Persistência entre páginas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no Railway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Criação da conta Railway</a:t>
            </a:r>
          </a:p>
          <a:p>
            <a:r>
              <a:t>2. Conexão com GitHub</a:t>
            </a:r>
          </a:p>
          <a:p>
            <a:r>
              <a:t>3. Upload do projeto</a:t>
            </a:r>
          </a:p>
          <a:p>
            <a:r>
              <a:t>4. Configuração do 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Arquivos Importantes para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requirements.txt</a:t>
            </a:r>
          </a:p>
          <a:p>
            <a:r>
              <a:t>- Procfile</a:t>
            </a:r>
          </a:p>
          <a:p>
            <a:r>
              <a:t>- runtime.txt</a:t>
            </a:r>
          </a:p>
          <a:p>
            <a:r>
              <a:t>- settings.py</a:t>
            </a:r>
          </a:p>
          <a:p>
            <a:r>
              <a:t>- gunicorn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Comandos Utilizados no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gunicorn</a:t>
            </a:r>
          </a:p>
          <a:p>
            <a:r>
              <a:t>python manage.py collectstatic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Encontrados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Erros de static files</a:t>
            </a:r>
          </a:p>
          <a:p>
            <a:r>
              <a:t>- Problemas no dark mode</a:t>
            </a:r>
          </a:p>
          <a:p>
            <a:r>
              <a:t>- Ordem da tabela ao reservar livros</a:t>
            </a:r>
          </a:p>
          <a:p>
            <a:r>
              <a:t>- Configuração do Railway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Soluções Aplicadas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CSS centralizado</a:t>
            </a:r>
          </a:p>
          <a:p>
            <a:r>
              <a:t>- order_by('id')</a:t>
            </a:r>
          </a:p>
          <a:p>
            <a:r>
              <a:t>- Correção do static</a:t>
            </a:r>
          </a:p>
          <a:p>
            <a:r>
              <a:t>- Melhorias visuais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Sistema funcional</a:t>
            </a:r>
          </a:p>
          <a:p>
            <a:r>
              <a:t>- Interface moderna</a:t>
            </a:r>
          </a:p>
          <a:p>
            <a:r>
              <a:t>- Deploy online</a:t>
            </a:r>
          </a:p>
          <a:p>
            <a:r>
              <a:t>- Controle completo da biblioteca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projeto permitiu aprender desenvolvimento web completo utilizando Django, frontend, banco de dados e deploy em produção.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Biblioteca - Django +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