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23" autoAdjust="0"/>
  </p:normalViewPr>
  <p:slideViewPr>
    <p:cSldViewPr snapToGrid="0" snapToObjects="1">
      <p:cViewPr varScale="1">
        <p:scale>
          <a:sx n="113" d="100"/>
          <a:sy n="113" d="100"/>
        </p:scale>
        <p:origin x="15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Projeto Biblioteca com Django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Desenvolvimento completo do sistema com Django, Bootstrap e Railway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Objetivo do Projeto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966856"/>
            <a:ext cx="105156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Gerenciar</a:t>
            </a:r>
            <a:r>
              <a:rPr dirty="0"/>
              <a:t> </a:t>
            </a:r>
            <a:r>
              <a:rPr dirty="0" err="1"/>
              <a:t>livros</a:t>
            </a:r>
            <a:r>
              <a:rPr dirty="0"/>
              <a:t> e </a:t>
            </a:r>
            <a:r>
              <a:rPr dirty="0" err="1"/>
              <a:t>empréstimos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Controlar</a:t>
            </a:r>
            <a:r>
              <a:rPr dirty="0"/>
              <a:t> </a:t>
            </a:r>
            <a:r>
              <a:rPr dirty="0" err="1"/>
              <a:t>reservas</a:t>
            </a:r>
            <a:r>
              <a:rPr dirty="0"/>
              <a:t> dos </a:t>
            </a:r>
            <a:r>
              <a:rPr dirty="0" err="1"/>
              <a:t>usuários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Criar</a:t>
            </a:r>
            <a:r>
              <a:rPr dirty="0"/>
              <a:t> dashboard com </a:t>
            </a:r>
            <a:r>
              <a:rPr dirty="0" err="1"/>
              <a:t>informações</a:t>
            </a:r>
            <a:r>
              <a:rPr dirty="0"/>
              <a:t> da </a:t>
            </a:r>
            <a:r>
              <a:rPr dirty="0" err="1"/>
              <a:t>biblioteca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Desenvolver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web </a:t>
            </a:r>
            <a:r>
              <a:rPr dirty="0" err="1"/>
              <a:t>completo</a:t>
            </a:r>
            <a:endParaRPr lang="pt-BR" dirty="0"/>
          </a:p>
          <a:p>
            <a:pPr>
              <a:spcAft>
                <a:spcPts val="1000"/>
              </a:spcAft>
              <a:defRPr sz="1800"/>
            </a:pPr>
            <a:r>
              <a:rPr lang="pt-BR" dirty="0"/>
              <a:t>• Controle de usuário por hierarquia (Acesso só para ADMIN)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Tecnologias Utilizadas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194242"/>
            <a:ext cx="10515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Python → </a:t>
            </a:r>
            <a:r>
              <a:rPr dirty="0" err="1"/>
              <a:t>Linguagem</a:t>
            </a:r>
            <a:r>
              <a:rPr dirty="0"/>
              <a:t> principal </a:t>
            </a:r>
            <a:r>
              <a:rPr dirty="0" err="1"/>
              <a:t>utilizada</a:t>
            </a:r>
            <a:r>
              <a:rPr dirty="0"/>
              <a:t> no backend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Django → Framework </a:t>
            </a:r>
            <a:r>
              <a:rPr dirty="0" err="1"/>
              <a:t>responsável</a:t>
            </a:r>
            <a:r>
              <a:rPr dirty="0"/>
              <a:t> pela </a:t>
            </a:r>
            <a:r>
              <a:rPr dirty="0" err="1"/>
              <a:t>lógica</a:t>
            </a:r>
            <a:r>
              <a:rPr dirty="0"/>
              <a:t> do </a:t>
            </a:r>
            <a:r>
              <a:rPr dirty="0" err="1"/>
              <a:t>sistema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Bootstrap → Framework </a:t>
            </a:r>
            <a:r>
              <a:rPr dirty="0" err="1"/>
              <a:t>utilizado</a:t>
            </a:r>
            <a:r>
              <a:rPr dirty="0"/>
              <a:t> para </a:t>
            </a:r>
            <a:r>
              <a:rPr dirty="0" err="1"/>
              <a:t>estilização</a:t>
            </a:r>
            <a:r>
              <a:rPr dirty="0"/>
              <a:t> e </a:t>
            </a:r>
            <a:r>
              <a:rPr dirty="0" err="1"/>
              <a:t>responsividade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HTML/CSS → </a:t>
            </a:r>
            <a:r>
              <a:rPr dirty="0" err="1"/>
              <a:t>Estrutura</a:t>
            </a:r>
            <a:r>
              <a:rPr dirty="0"/>
              <a:t> e </a:t>
            </a:r>
            <a:r>
              <a:rPr dirty="0" err="1"/>
              <a:t>personalização</a:t>
            </a:r>
            <a:r>
              <a:rPr dirty="0"/>
              <a:t> das </a:t>
            </a:r>
            <a:r>
              <a:rPr dirty="0" err="1"/>
              <a:t>páginas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SQLite → Banco de dados </a:t>
            </a:r>
            <a:r>
              <a:rPr dirty="0" err="1"/>
              <a:t>utilizado</a:t>
            </a:r>
            <a:r>
              <a:rPr dirty="0"/>
              <a:t> </a:t>
            </a:r>
            <a:r>
              <a:rPr dirty="0" err="1"/>
              <a:t>localmente</a:t>
            </a:r>
            <a:endParaRPr lang="pt-BR" dirty="0"/>
          </a:p>
          <a:p>
            <a:pPr>
              <a:spcAft>
                <a:spcPts val="1000"/>
              </a:spcAft>
              <a:defRPr sz="1800"/>
            </a:pPr>
            <a:r>
              <a:rPr lang="pt-BR" dirty="0"/>
              <a:t>• </a:t>
            </a:r>
            <a:r>
              <a:rPr lang="pt-BR" dirty="0" err="1"/>
              <a:t>Postgres</a:t>
            </a:r>
            <a:r>
              <a:rPr lang="pt-BR" dirty="0"/>
              <a:t> → Banco de dados utilizado no Railway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Railway → Plataforma </a:t>
            </a:r>
            <a:r>
              <a:rPr dirty="0" err="1"/>
              <a:t>utilizada</a:t>
            </a:r>
            <a:r>
              <a:rPr dirty="0"/>
              <a:t> para deploy do </a:t>
            </a:r>
            <a:r>
              <a:rPr dirty="0" err="1"/>
              <a:t>sistema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Instalações Necessárias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630245"/>
            <a:ext cx="105156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Instalação</a:t>
            </a:r>
            <a:r>
              <a:rPr dirty="0"/>
              <a:t> do Python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Instalação</a:t>
            </a:r>
            <a:r>
              <a:rPr dirty="0"/>
              <a:t> do Django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Criação</a:t>
            </a:r>
            <a:r>
              <a:rPr dirty="0"/>
              <a:t> do </a:t>
            </a:r>
            <a:r>
              <a:rPr dirty="0" err="1"/>
              <a:t>ambiente</a:t>
            </a:r>
            <a:r>
              <a:rPr dirty="0"/>
              <a:t> virtual (</a:t>
            </a:r>
            <a:r>
              <a:rPr dirty="0" err="1"/>
              <a:t>venv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Instalação</a:t>
            </a:r>
            <a:r>
              <a:rPr dirty="0"/>
              <a:t> do Bootstrap via CDN</a:t>
            </a:r>
            <a:r>
              <a:rPr lang="pt-BR" dirty="0"/>
              <a:t> (usado diretamente pela internet sem baixar)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Instalação</a:t>
            </a:r>
            <a:r>
              <a:rPr dirty="0"/>
              <a:t> do </a:t>
            </a:r>
            <a:r>
              <a:rPr dirty="0" err="1"/>
              <a:t>Gunicorn</a:t>
            </a:r>
            <a:r>
              <a:rPr dirty="0"/>
              <a:t> para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Criação do Projeto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684033"/>
            <a:ext cx="85852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Criação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 Django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Criação</a:t>
            </a:r>
            <a:r>
              <a:rPr dirty="0"/>
              <a:t> do app principal 'core'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Configuração</a:t>
            </a:r>
            <a:r>
              <a:rPr dirty="0"/>
              <a:t> das </a:t>
            </a:r>
            <a:r>
              <a:rPr dirty="0" err="1"/>
              <a:t>rotas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Desenvolvimento</a:t>
            </a:r>
            <a:r>
              <a:rPr dirty="0"/>
              <a:t> das </a:t>
            </a:r>
            <a:r>
              <a:rPr dirty="0" err="1"/>
              <a:t>páginas</a:t>
            </a:r>
            <a:r>
              <a:rPr dirty="0"/>
              <a:t> HTML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Configuração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de templates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do Projeto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 projeto foi organizado utilizando:</a:t>
            </a:r>
          </a:p>
          <a:p>
            <a:pPr>
              <a:spcAft>
                <a:spcPts val="1000"/>
              </a:spcAft>
              <a:defRPr sz="1800"/>
            </a:pPr>
            <a:endParaRPr/>
          </a:p>
          <a:p>
            <a:pPr>
              <a:spcAft>
                <a:spcPts val="1000"/>
              </a:spcAft>
              <a:defRPr sz="1800"/>
            </a:pPr>
            <a:r>
              <a:t>• Pasta templates para páginas HTML</a:t>
            </a:r>
          </a:p>
          <a:p>
            <a:pPr>
              <a:spcAft>
                <a:spcPts val="1000"/>
              </a:spcAft>
              <a:defRPr sz="1800"/>
            </a:pPr>
            <a:r>
              <a:t>• Pasta static para CSS e imagens</a:t>
            </a:r>
          </a:p>
          <a:p>
            <a:pPr>
              <a:spcAft>
                <a:spcPts val="1000"/>
              </a:spcAft>
              <a:defRPr sz="1800"/>
            </a:pPr>
            <a:r>
              <a:t>• Arquivos views.py para lógica</a:t>
            </a:r>
          </a:p>
          <a:p>
            <a:pPr>
              <a:spcAft>
                <a:spcPts val="1000"/>
              </a:spcAft>
              <a:defRPr sz="1800"/>
            </a:pPr>
            <a:r>
              <a:t>• models.py para modelos do banco</a:t>
            </a:r>
          </a:p>
          <a:p>
            <a:pPr>
              <a:spcAft>
                <a:spcPts val="1000"/>
              </a:spcAft>
              <a:defRPr sz="1800"/>
            </a:pPr>
            <a:r>
              <a:t>• urls.py para rotas do sistema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Estrutura do Projeto (Visual)</a:t>
            </a:r>
            <a:br>
              <a:rPr lang="pt-BR" dirty="0"/>
            </a:br>
            <a:endParaRPr dirty="0"/>
          </a:p>
        </p:txBody>
      </p:sp>
      <p:pic>
        <p:nvPicPr>
          <p:cNvPr id="4" name="Picture 3" descr="image(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433" y="1280345"/>
            <a:ext cx="2125134" cy="53030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Funcionalidades Implementadas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224722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Cadastro</a:t>
            </a:r>
            <a:r>
              <a:rPr dirty="0"/>
              <a:t> de </a:t>
            </a:r>
            <a:r>
              <a:rPr dirty="0" err="1"/>
              <a:t>livros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Reserva</a:t>
            </a:r>
            <a:r>
              <a:rPr dirty="0"/>
              <a:t> de </a:t>
            </a:r>
            <a:r>
              <a:rPr dirty="0" err="1"/>
              <a:t>livros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empréstimos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Dashboard com </a:t>
            </a:r>
            <a:r>
              <a:rPr dirty="0" err="1"/>
              <a:t>estatísticas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 </a:t>
            </a:r>
            <a:r>
              <a:rPr dirty="0" err="1"/>
              <a:t>persistente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usuários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Frontend</a:t>
            </a:r>
            <a:r>
              <a:rPr lang="pt-BR" dirty="0"/>
              <a:t> do Sistema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672080"/>
            <a:ext cx="105156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Sidebar </a:t>
            </a:r>
            <a:r>
              <a:rPr lang="pt-BR" dirty="0"/>
              <a:t>(menu </a:t>
            </a:r>
            <a:r>
              <a:rPr dirty="0"/>
              <a:t>lateral </a:t>
            </a:r>
            <a:r>
              <a:rPr dirty="0" err="1"/>
              <a:t>personalizada</a:t>
            </a:r>
            <a:r>
              <a:rPr lang="pt-BR" dirty="0"/>
              <a:t>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/claro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Tabelas</a:t>
            </a:r>
            <a:r>
              <a:rPr dirty="0"/>
              <a:t> </a:t>
            </a:r>
            <a:r>
              <a:rPr dirty="0" err="1"/>
              <a:t>organizadas</a:t>
            </a:r>
            <a:r>
              <a:rPr dirty="0"/>
              <a:t> com Bootstrap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Botões</a:t>
            </a:r>
            <a:r>
              <a:rPr dirty="0"/>
              <a:t> </a:t>
            </a:r>
            <a:r>
              <a:rPr dirty="0" err="1"/>
              <a:t>estilizados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Layout </a:t>
            </a:r>
            <a:r>
              <a:rPr dirty="0" err="1"/>
              <a:t>responsivo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Deploy</a:t>
            </a:r>
            <a:r>
              <a:rPr lang="pt-BR" dirty="0"/>
              <a:t> no Railway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680546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Integração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 com GitHub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Configuração</a:t>
            </a:r>
            <a:r>
              <a:rPr dirty="0"/>
              <a:t> do </a:t>
            </a:r>
            <a:r>
              <a:rPr dirty="0" err="1"/>
              <a:t>ambiente</a:t>
            </a:r>
            <a:r>
              <a:rPr dirty="0"/>
              <a:t> Railway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Configuração</a:t>
            </a:r>
            <a:r>
              <a:rPr dirty="0"/>
              <a:t> dos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estáticos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Criação</a:t>
            </a:r>
            <a:r>
              <a:rPr dirty="0"/>
              <a:t> de banco de dados no Railway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Publicação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online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Erros Encontrados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39813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Problemas</a:t>
            </a:r>
            <a:r>
              <a:rPr dirty="0"/>
              <a:t> com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estáticos</a:t>
            </a:r>
            <a:r>
              <a:rPr dirty="0"/>
              <a:t> no deploy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permanecia</a:t>
            </a:r>
            <a:r>
              <a:rPr dirty="0"/>
              <a:t> entre </a:t>
            </a:r>
            <a:r>
              <a:rPr dirty="0" err="1"/>
              <a:t>páginas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Ordem</a:t>
            </a:r>
            <a:r>
              <a:rPr dirty="0"/>
              <a:t> da </a:t>
            </a:r>
            <a:r>
              <a:rPr dirty="0" err="1"/>
              <a:t>tabela</a:t>
            </a:r>
            <a:r>
              <a:rPr dirty="0"/>
              <a:t> </a:t>
            </a:r>
            <a:r>
              <a:rPr dirty="0" err="1"/>
              <a:t>alterava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reservar</a:t>
            </a:r>
            <a:r>
              <a:rPr dirty="0"/>
              <a:t> </a:t>
            </a:r>
            <a:r>
              <a:rPr dirty="0" err="1"/>
              <a:t>livros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Dificuldades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configuração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Railway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Soluções Aplicadas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629746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Centralização</a:t>
            </a:r>
            <a:r>
              <a:rPr dirty="0"/>
              <a:t> do CSS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único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Uso</a:t>
            </a:r>
            <a:r>
              <a:rPr dirty="0"/>
              <a:t> do </a:t>
            </a:r>
            <a:r>
              <a:rPr dirty="0" err="1"/>
              <a:t>localStorage</a:t>
            </a:r>
            <a:r>
              <a:rPr dirty="0"/>
              <a:t> para </a:t>
            </a:r>
            <a:r>
              <a:rPr dirty="0" err="1"/>
              <a:t>salvar</a:t>
            </a:r>
            <a:r>
              <a:rPr dirty="0"/>
              <a:t> o </a:t>
            </a:r>
            <a:r>
              <a:rPr dirty="0" err="1"/>
              <a:t>tema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Ordenação</a:t>
            </a:r>
            <a:r>
              <a:rPr dirty="0"/>
              <a:t> </a:t>
            </a:r>
            <a:r>
              <a:rPr dirty="0" err="1"/>
              <a:t>fixa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</a:t>
            </a:r>
            <a:r>
              <a:rPr dirty="0" err="1"/>
              <a:t>order_by</a:t>
            </a:r>
            <a:r>
              <a:rPr dirty="0"/>
              <a:t>('id')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configuração</a:t>
            </a:r>
            <a:r>
              <a:rPr dirty="0"/>
              <a:t> do Railway e static 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Resultado Final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841414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Sistema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funcional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Interface </a:t>
            </a:r>
            <a:r>
              <a:rPr dirty="0" err="1"/>
              <a:t>moderna</a:t>
            </a:r>
            <a:r>
              <a:rPr dirty="0"/>
              <a:t> e </a:t>
            </a:r>
            <a:r>
              <a:rPr dirty="0" err="1"/>
              <a:t>organizada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Deploy online </a:t>
            </a:r>
            <a:r>
              <a:rPr dirty="0" err="1"/>
              <a:t>realizado</a:t>
            </a:r>
            <a:r>
              <a:rPr dirty="0"/>
              <a:t> com </a:t>
            </a:r>
            <a:r>
              <a:rPr dirty="0" err="1"/>
              <a:t>sucesso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 de </a:t>
            </a:r>
            <a:r>
              <a:rPr dirty="0" err="1"/>
              <a:t>desenvolvimento</a:t>
            </a:r>
            <a:r>
              <a:rPr dirty="0"/>
              <a:t> web </a:t>
            </a:r>
            <a:r>
              <a:rPr dirty="0" err="1"/>
              <a:t>completo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Conclusão</a:t>
            </a:r>
            <a:br>
              <a:rPr lang="pt-BR" dirty="0"/>
            </a:b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91253" y="2341880"/>
            <a:ext cx="8691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O </a:t>
            </a: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permitiu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conhecimentos</a:t>
            </a:r>
            <a:r>
              <a:rPr dirty="0"/>
              <a:t> de backend, frontend, banco de dados e deploy, </a:t>
            </a:r>
            <a:r>
              <a:rPr dirty="0" err="1"/>
              <a:t>desenvolvendo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aplicação</a:t>
            </a:r>
            <a:r>
              <a:rPr dirty="0"/>
              <a:t> web </a:t>
            </a:r>
            <a:r>
              <a:rPr dirty="0" err="1"/>
              <a:t>completa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Django.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Projeto Biblioteca - Django + Railway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456</Words>
  <Application>Microsoft Office PowerPoint</Application>
  <PresentationFormat>Apresentação na tela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Projeto Biblioteca com Django</vt:lpstr>
      <vt:lpstr>Objetivo do Projeto </vt:lpstr>
      <vt:lpstr>Tecnologias Utilizadas </vt:lpstr>
      <vt:lpstr>Instalações Necessárias </vt:lpstr>
      <vt:lpstr>Criação do Projeto </vt:lpstr>
      <vt:lpstr>Estrutura do Projeto </vt:lpstr>
      <vt:lpstr>Estrutura do Projeto (Visual) </vt:lpstr>
      <vt:lpstr>Funcionalidades Implementadas </vt:lpstr>
      <vt:lpstr>Frontend do Sistema </vt:lpstr>
      <vt:lpstr>Deploy no Railway </vt:lpstr>
      <vt:lpstr>Erros Encontrados </vt:lpstr>
      <vt:lpstr>Soluções Aplicadas </vt:lpstr>
      <vt:lpstr>Resultado Final </vt:lpstr>
      <vt:lpstr>Conclusão </vt:lpstr>
      <vt:lpstr>Obrigado!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Biblioteca com Django</dc:title>
  <dc:subject/>
  <dc:creator/>
  <cp:keywords/>
  <dc:description>generated using python-pptx</dc:description>
  <cp:lastModifiedBy>TIAGO</cp:lastModifiedBy>
  <cp:revision>4</cp:revision>
  <dcterms:created xsi:type="dcterms:W3CDTF">2013-01-27T09:14:16Z</dcterms:created>
  <dcterms:modified xsi:type="dcterms:W3CDTF">2026-05-13T01:32:49Z</dcterms:modified>
  <cp:category/>
</cp:coreProperties>
</file>